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9D4435-A952-4140-BF99-5856C2967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D2D3C2-4094-4408-B3EB-C755FDEB0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023D35-F5BA-4037-A448-F9BA58AB4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4C73D-4C12-471A-B659-0368AB230900}" type="datetimeFigureOut">
              <a:rPr lang="en-DE" smtClean="0"/>
              <a:t>05/07/2026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11DE41-FBA4-454F-8517-C9F8998DA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233D69-668D-4A5E-9AE1-560B71D09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5FA7-B89D-4EDB-A790-DB49E67CDDB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2883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0198A1-8975-4066-B40D-7F2B455CE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987CB6-4C55-456C-8B6C-6B3F04B67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0B6A09-C051-4F73-89B2-56B69E1DF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4C73D-4C12-471A-B659-0368AB230900}" type="datetimeFigureOut">
              <a:rPr lang="en-DE" smtClean="0"/>
              <a:t>05/07/2026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278450-9819-4AAB-A702-4D223F3C6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1EC975-7F74-4C15-BC50-04F08CBD5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5FA7-B89D-4EDB-A790-DB49E67CDDB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96271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4304E4-53CB-479F-990C-FB8347505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30572B3-803A-42D3-A416-2DB413FA6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D026C6-6014-4B58-8BCD-10E49B3B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4C73D-4C12-471A-B659-0368AB230900}" type="datetimeFigureOut">
              <a:rPr lang="en-DE" smtClean="0"/>
              <a:t>05/07/2026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5EF95E-3F46-44E9-BAD9-92B44B57E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15E360-73D5-4838-9D85-2F9F2C9D2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5FA7-B89D-4EDB-A790-DB49E67CDDB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02940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505EA4-835F-4E50-A85F-EADA607C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26FF41-CAAF-467B-B684-3C456E0B97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67DE9F8-58AF-4046-AAB6-0FA9FA800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2B8354-1D3E-4A59-8E9A-A27ED992E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4C73D-4C12-471A-B659-0368AB230900}" type="datetimeFigureOut">
              <a:rPr lang="en-DE" smtClean="0"/>
              <a:t>05/07/2026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D42F781-14AE-4125-81B0-9D67104CE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0840E03-8A5D-4F0F-8EAD-BF159E135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5FA7-B89D-4EDB-A790-DB49E67CDDB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1208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F0C33A-5184-4DDB-A00E-C05F54D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FB0FD2C-D4C6-493E-9CB9-CBB3461F1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BF73E3D-A392-4B57-9BB3-895AAC5EB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79DCD26-4333-4BDA-ABE6-F61A78B42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7D45942-50EB-4284-A03B-468AE30DC4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54F879E-C42B-4730-97E3-F05D46DE7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4C73D-4C12-471A-B659-0368AB230900}" type="datetimeFigureOut">
              <a:rPr lang="en-DE" smtClean="0"/>
              <a:t>05/07/2026</a:t>
            </a:fld>
            <a:endParaRPr lang="en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DEA0894-1517-4FA7-A62D-22312CA8E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73AAB81-6E62-4655-911C-E54BB06C3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5FA7-B89D-4EDB-A790-DB49E67CDDB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35423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23D217-C876-4D5C-A88A-A95A7B86C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2A87FC7-A0F0-4665-8873-6F82A6D30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4C73D-4C12-471A-B659-0368AB230900}" type="datetimeFigureOut">
              <a:rPr lang="en-DE" smtClean="0"/>
              <a:t>05/07/2026</a:t>
            </a:fld>
            <a:endParaRPr lang="en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C17771-B5A3-4930-B59B-B871ED051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6DBF3C-C91E-44B3-8998-8747554BF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5FA7-B89D-4EDB-A790-DB49E67CDDB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75893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91E5DEE-0FD3-423B-9B1D-3F3B5C10A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4C73D-4C12-471A-B659-0368AB230900}" type="datetimeFigureOut">
              <a:rPr lang="en-DE" smtClean="0"/>
              <a:t>05/07/2026</a:t>
            </a:fld>
            <a:endParaRPr lang="en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192B070-810C-4A74-BF81-3CE052227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4FF917-F068-4D9F-A9FC-156269E61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5FA7-B89D-4EDB-A790-DB49E67CDDB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76444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F5AA3A-006C-40D5-A1C7-C96D853D1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BE4A68-AD47-4C90-B196-D376B6CC4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C8DF102-8E3D-4FE1-8B92-38942B4FF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C722F5-4638-4FC6-A5E9-4C560D0DB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4C73D-4C12-471A-B659-0368AB230900}" type="datetimeFigureOut">
              <a:rPr lang="en-DE" smtClean="0"/>
              <a:t>05/07/2026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A36603C-BD78-4D28-8DB4-EAD07FDC3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F4A54B-5D35-4B09-97E5-BB1293022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5FA7-B89D-4EDB-A790-DB49E67CDDB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5278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AB9805-ED93-4DA4-B8A2-4C38D070A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919DE5C-13BB-4AF7-823B-BA379F7449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4F64065-B5D9-40B2-9A78-4F3B280B7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521E0D4-92A0-416F-B374-B1D516EE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4C73D-4C12-471A-B659-0368AB230900}" type="datetimeFigureOut">
              <a:rPr lang="en-DE" smtClean="0"/>
              <a:t>05/07/2026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F56E84-00BF-40B9-8CD8-AE889B8D9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045B6F-EC65-44FA-AB24-3C4F9DD8C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5FA7-B89D-4EDB-A790-DB49E67CDDB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14658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C4B592-50C7-466E-B1C2-A93B4ACAA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4DDBC71-2A63-4171-8990-B02B0815C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D8BE79-3DAA-4281-87B6-1C8C191C2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4C73D-4C12-471A-B659-0368AB230900}" type="datetimeFigureOut">
              <a:rPr lang="en-DE" smtClean="0"/>
              <a:t>05/07/2026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784CC0-1C73-4BB2-BDDA-C8EDF0F25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EE1F3A-98CF-409F-ABA3-7F61F1002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5FA7-B89D-4EDB-A790-DB49E67CDDB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72675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0E42DD7-EFCA-497D-9636-CA9A6DA1A4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64AAF97-5CAE-4114-9CB8-9B24066BB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7A4CFD-8CE8-452F-B9FC-153E3AE8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4C73D-4C12-471A-B659-0368AB230900}" type="datetimeFigureOut">
              <a:rPr lang="en-DE" smtClean="0"/>
              <a:t>05/07/2026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CD8414-DD2F-4149-B0F5-E36926A36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65F24E-B52F-4687-8BFC-674C8C04E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45FA7-B89D-4EDB-A790-DB49E67CDDB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58491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0ECE9F0-4CBE-4925-A6B3-A4AF7DD7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D72CB2-F1D7-49C0-9DB4-7F7818297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112097-9952-4C7E-A89B-6B738C6E91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4C73D-4C12-471A-B659-0368AB230900}" type="datetimeFigureOut">
              <a:rPr lang="en-DE" smtClean="0"/>
              <a:t>05/07/2026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02FE94-DF30-42C0-9B56-5CCE3D30D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8A4B98-36E1-4DD3-8F2D-5A88DE765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45FA7-B89D-4EDB-A790-DB49E67CDDB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5230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3A495C-F7FD-4F57-909D-510C2CC6A5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Lorem ipsum dolor sit amet</a:t>
            </a:r>
            <a:endParaRPr lang="en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EBA749C-8AE9-40D2-A71F-C50B70CEDE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759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67B87E-329B-48DB-A7C4-A278873A0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Lorem ipsum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CB103C-9EDE-438E-83B1-8215C3C1B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eirmod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invidunt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aliquyam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sed diam </a:t>
            </a:r>
            <a:r>
              <a:rPr lang="en-US" dirty="0" err="1"/>
              <a:t>voluptua</a:t>
            </a:r>
            <a:r>
              <a:rPr lang="en-US" dirty="0"/>
              <a:t>. 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eirmod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invidunt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aliquyam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sed diam </a:t>
            </a:r>
            <a:r>
              <a:rPr lang="en-US" dirty="0" err="1"/>
              <a:t>voluptua</a:t>
            </a:r>
            <a:r>
              <a:rPr lang="en-US" dirty="0"/>
              <a:t>. 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865124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9C10CF-63F4-4499-8FE9-3AB7DBF2A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Lorem </a:t>
            </a:r>
            <a:r>
              <a:rPr lang="en-US" dirty="0" err="1"/>
              <a:t>ipsumdolor</a:t>
            </a:r>
            <a:endParaRPr lang="en-DE" dirty="0"/>
          </a:p>
        </p:txBody>
      </p:sp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F1B6C509-2125-496E-BC3B-FFC1CD11A0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4431720"/>
              </p:ext>
            </p:extLst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69470571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5673709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0977494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1751684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4352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Lorem </a:t>
                      </a:r>
                      <a:r>
                        <a:rPr lang="en-US" dirty="0" err="1"/>
                        <a:t>ipsumdolor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Lorem </a:t>
                      </a:r>
                      <a:r>
                        <a:rPr lang="en-US" dirty="0" err="1"/>
                        <a:t>ipsumdolor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Lorem </a:t>
                      </a:r>
                      <a:r>
                        <a:rPr lang="en-US" dirty="0" err="1"/>
                        <a:t>ipsumdolor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Lorem </a:t>
                      </a:r>
                      <a:r>
                        <a:rPr lang="en-US" dirty="0" err="1"/>
                        <a:t>ipsumdolor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Lorem </a:t>
                      </a:r>
                      <a:r>
                        <a:rPr lang="en-US" dirty="0" err="1"/>
                        <a:t>ipsumdolor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06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Lorem </a:t>
                      </a:r>
                      <a:r>
                        <a:rPr lang="en-US" dirty="0" err="1"/>
                        <a:t>ipsumdolor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Lorem </a:t>
                      </a:r>
                      <a:r>
                        <a:rPr lang="en-US" dirty="0" err="1"/>
                        <a:t>ipsumdolor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Lorem </a:t>
                      </a:r>
                      <a:r>
                        <a:rPr lang="en-US" dirty="0" err="1"/>
                        <a:t>ipsumdolor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Lorem </a:t>
                      </a:r>
                      <a:r>
                        <a:rPr lang="en-US" dirty="0" err="1"/>
                        <a:t>ipsumdolor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Lorem </a:t>
                      </a:r>
                      <a:r>
                        <a:rPr lang="en-US" dirty="0" err="1"/>
                        <a:t>ipsumdolor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410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7707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Breitbild</PresentationFormat>
  <Paragraphs>15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Lorem ipsum dolor sit amet</vt:lpstr>
      <vt:lpstr>Lorem ipsum</vt:lpstr>
      <vt:lpstr> Lorem ipsumdolor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dolor sit amet</dc:title>
  <dc:creator>Felix Hillemeier</dc:creator>
  <cp:lastModifiedBy>Felix Hillemeier</cp:lastModifiedBy>
  <cp:revision>1</cp:revision>
  <dcterms:created xsi:type="dcterms:W3CDTF">2026-07-04T22:34:16Z</dcterms:created>
  <dcterms:modified xsi:type="dcterms:W3CDTF">2026-07-04T22:35:08Z</dcterms:modified>
</cp:coreProperties>
</file>